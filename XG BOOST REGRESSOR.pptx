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6/1/2026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6/1/2026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6/1/2026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6/1/2026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XG BOOST ALGORITHM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6587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99575" y="1199626"/>
            <a:ext cx="7620000" cy="3976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05156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XG BOOSTING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Stands for:</a:t>
            </a:r>
          </a:p>
          <a:p>
            <a:pPr lvl="1"/>
            <a:r>
              <a:rPr lang="en-US" dirty="0" err="1"/>
              <a:t>e</a:t>
            </a:r>
            <a:r>
              <a:rPr lang="en-US" b="1" dirty="0" err="1"/>
              <a:t>X</a:t>
            </a:r>
            <a:r>
              <a:rPr lang="en-US" dirty="0" err="1"/>
              <a:t>treme</a:t>
            </a:r>
            <a:r>
              <a:rPr lang="en-US" dirty="0"/>
              <a:t> </a:t>
            </a:r>
            <a:r>
              <a:rPr lang="en-US" b="1" dirty="0"/>
              <a:t>G</a:t>
            </a:r>
            <a:r>
              <a:rPr lang="en-US" dirty="0"/>
              <a:t>radient </a:t>
            </a:r>
            <a:r>
              <a:rPr lang="en-US" b="1" dirty="0"/>
              <a:t>B</a:t>
            </a:r>
            <a:r>
              <a:rPr lang="en-US" dirty="0"/>
              <a:t>oosting.</a:t>
            </a:r>
            <a:endParaRPr lang="en-US" dirty="0">
              <a:solidFill>
                <a:srgbClr val="13294B"/>
              </a:solidFill>
              <a:latin typeface="Calibri" charset="0"/>
              <a:ea typeface="Calibri" charset="0"/>
              <a:cs typeface="Calibri" charset="0"/>
            </a:endParaRPr>
          </a:p>
          <a:p>
            <a:r>
              <a:rPr lang="en-US" dirty="0" err="1">
                <a:solidFill>
                  <a:srgbClr val="13294B"/>
                </a:solidFill>
                <a:latin typeface="Calibri" charset="0"/>
                <a:ea typeface="Calibri" charset="0"/>
                <a:cs typeface="Calibri" charset="0"/>
              </a:rPr>
              <a:t>XGBoost</a:t>
            </a:r>
            <a:r>
              <a:rPr lang="en-US" dirty="0">
                <a:solidFill>
                  <a:srgbClr val="13294B"/>
                </a:solidFill>
                <a:latin typeface="Calibri" charset="0"/>
                <a:ea typeface="Calibri" charset="0"/>
                <a:cs typeface="Calibri" charset="0"/>
              </a:rPr>
              <a:t> is a powerful iterative learning algorithm based on gradient boosting.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342594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PROCESS</a:t>
            </a:r>
            <a:endParaRPr lang="en-IN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77334" y="3477729"/>
            <a:ext cx="10749866" cy="12464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Step 1: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algorithm makes an initial prediction</a:t>
            </a:r>
            <a:r>
              <a:rPr kumimoji="0" lang="en-US" altLang="en-US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average value of the target column.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Step 2: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It calculates the 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residuals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(the gap between actual values and initial predictions).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Step 3: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 new decision tree is trained to predict these residuals and correct the mistakes made by the previous tree. </a:t>
            </a:r>
          </a:p>
        </p:txBody>
      </p:sp>
    </p:spTree>
    <p:extLst>
      <p:ext uri="{BB962C8B-B14F-4D97-AF65-F5344CB8AC3E}">
        <p14:creationId xmlns:p14="http://schemas.microsoft.com/office/powerpoint/2010/main" val="31683344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US" sz="2400" dirty="0" smtClean="0"/>
          </a:p>
          <a:p>
            <a:pPr marL="0" indent="0" algn="ctr">
              <a:buNone/>
            </a:pPr>
            <a:endParaRPr lang="en-US" sz="2400" dirty="0"/>
          </a:p>
          <a:p>
            <a:pPr marL="0" indent="0" algn="ctr">
              <a:buNone/>
            </a:pPr>
            <a:endParaRPr lang="en-US" sz="2400" dirty="0"/>
          </a:p>
          <a:p>
            <a:pPr marL="0" indent="0" algn="ctr">
              <a:buNone/>
            </a:pPr>
            <a:r>
              <a:rPr lang="en-US" sz="2400" dirty="0" smtClean="0"/>
              <a:t>Thank You!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443301407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13</TotalTime>
  <Words>88</Words>
  <Application>Microsoft Office PowerPoint</Application>
  <PresentationFormat>Widescreen</PresentationFormat>
  <Paragraphs>13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Times New Roman</vt:lpstr>
      <vt:lpstr>Trebuchet MS</vt:lpstr>
      <vt:lpstr>Wingdings 3</vt:lpstr>
      <vt:lpstr>Facet</vt:lpstr>
      <vt:lpstr>XG BOOST ALGORITHM</vt:lpstr>
      <vt:lpstr>PowerPoint Presentation</vt:lpstr>
      <vt:lpstr>XG BOOSTING</vt:lpstr>
      <vt:lpstr>PROCESS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XG BOOST ALGORITHM</dc:title>
  <dc:creator>Green Homes</dc:creator>
  <cp:lastModifiedBy>Green Homes</cp:lastModifiedBy>
  <cp:revision>2</cp:revision>
  <dcterms:created xsi:type="dcterms:W3CDTF">2026-06-01T11:15:19Z</dcterms:created>
  <dcterms:modified xsi:type="dcterms:W3CDTF">2026-06-01T11:28:49Z</dcterms:modified>
</cp:coreProperties>
</file>
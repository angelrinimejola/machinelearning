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dirty="0"/>
              <a:t>6/1/2026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6/1/2026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dirty="0"/>
              <a:t>6/1/2026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6/1/2026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6/1/2026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65" r:id="rId4"/>
    <p:sldLayoutId id="2147483653" r:id="rId5"/>
    <p:sldLayoutId id="2147483654" r:id="rId6"/>
    <p:sldLayoutId id="2147483655" r:id="rId7"/>
    <p:sldLayoutId id="214748366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7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LG BOOST REGRESSOR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97554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73740" y="1390963"/>
            <a:ext cx="7620000" cy="381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06570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Gradient Boosting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Gradient Boosting is an ensemble machine learning technique that builds a series of decision </a:t>
            </a:r>
            <a:r>
              <a:rPr lang="en-US" dirty="0" smtClean="0"/>
              <a:t>trees.</a:t>
            </a:r>
          </a:p>
          <a:p>
            <a:r>
              <a:rPr lang="en-US" dirty="0"/>
              <a:t>E</a:t>
            </a:r>
            <a:r>
              <a:rPr lang="en-US" dirty="0" smtClean="0"/>
              <a:t>ach </a:t>
            </a:r>
            <a:r>
              <a:rPr lang="en-US" dirty="0"/>
              <a:t>decision trees </a:t>
            </a:r>
            <a:r>
              <a:rPr lang="en-US" dirty="0" smtClean="0"/>
              <a:t>aimed </a:t>
            </a:r>
            <a:r>
              <a:rPr lang="en-US" dirty="0"/>
              <a:t>at correcting the errors of the previous ones. </a:t>
            </a:r>
            <a:endParaRPr lang="en-US" dirty="0" smtClean="0"/>
          </a:p>
          <a:p>
            <a:r>
              <a:rPr lang="en-US" dirty="0" smtClean="0"/>
              <a:t>Unlike </a:t>
            </a:r>
            <a:r>
              <a:rPr lang="en-US" dirty="0" err="1"/>
              <a:t>AdaBoost</a:t>
            </a:r>
            <a:r>
              <a:rPr lang="en-US" dirty="0"/>
              <a:t>, which uses shallow trees, Gradient Boosting uses deeper trees as its weak learners</a:t>
            </a:r>
            <a:r>
              <a:rPr lang="en-US" dirty="0" smtClean="0"/>
              <a:t>.</a:t>
            </a:r>
          </a:p>
          <a:p>
            <a:r>
              <a:rPr lang="en-US" dirty="0" smtClean="0"/>
              <a:t>Each </a:t>
            </a:r>
            <a:r>
              <a:rPr lang="en-US" dirty="0"/>
              <a:t>new tree focuses on minimizing the residual errors — the differences between actual and predicted values — rather than learning directly from the original targets.</a:t>
            </a:r>
          </a:p>
          <a:p>
            <a:pPr marL="0" indent="0">
              <a:buNone/>
            </a:pPr>
            <a:r>
              <a:rPr lang="en-US" dirty="0"/>
              <a:t/>
            </a:r>
            <a:br>
              <a:rPr lang="en-US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783766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PROCESS</a:t>
            </a:r>
            <a:endParaRPr lang="en-IN"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677334" y="3269979"/>
            <a:ext cx="7934929" cy="16619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Starts with an initial baseline prediction -</a:t>
            </a:r>
            <a:r>
              <a:rPr kumimoji="0" lang="en-US" altLang="en-US" b="0" i="0" u="none" strike="noStrike" cap="none" normalizeH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average value of the target</a:t>
            </a:r>
          </a:p>
          <a:p>
            <a:pPr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Calculates the </a:t>
            </a:r>
            <a:r>
              <a:rPr kumimoji="0" lang="en-US" altLang="en-US" b="0" i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residuals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of the predictions.</a:t>
            </a:r>
          </a:p>
          <a:p>
            <a:pPr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Trains a new model specifically to predict these residuals.</a:t>
            </a:r>
          </a:p>
          <a:p>
            <a:pPr defTabSz="91440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Adds the new model's predictions to the previous ones to reduce the overall error. </a:t>
            </a:r>
          </a:p>
        </p:txBody>
      </p:sp>
    </p:spTree>
    <p:extLst>
      <p:ext uri="{BB962C8B-B14F-4D97-AF65-F5344CB8AC3E}">
        <p14:creationId xmlns:p14="http://schemas.microsoft.com/office/powerpoint/2010/main" val="41988933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endParaRPr lang="en-US" sz="2800" dirty="0" smtClean="0"/>
          </a:p>
          <a:p>
            <a:pPr marL="0" indent="0" algn="ctr">
              <a:buNone/>
            </a:pPr>
            <a:endParaRPr lang="en-US" sz="2800" dirty="0"/>
          </a:p>
          <a:p>
            <a:pPr marL="0" indent="0" algn="ctr">
              <a:buNone/>
            </a:pPr>
            <a:r>
              <a:rPr lang="en-US" sz="2800" dirty="0" smtClean="0"/>
              <a:t>Thank You!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2598211884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109</TotalTime>
  <Words>129</Words>
  <Application>Microsoft Office PowerPoint</Application>
  <PresentationFormat>Widescreen</PresentationFormat>
  <Paragraphs>15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Times New Roman</vt:lpstr>
      <vt:lpstr>Trebuchet MS</vt:lpstr>
      <vt:lpstr>Wingdings 3</vt:lpstr>
      <vt:lpstr>Facet</vt:lpstr>
      <vt:lpstr>LG BOOST REGRESSOR</vt:lpstr>
      <vt:lpstr>PowerPoint Presentation</vt:lpstr>
      <vt:lpstr>Gradient Boosting</vt:lpstr>
      <vt:lpstr>PROCESS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LG BOOST REGRESSOR</dc:title>
  <dc:creator>Green Homes</dc:creator>
  <cp:lastModifiedBy>Green Homes</cp:lastModifiedBy>
  <cp:revision>3</cp:revision>
  <dcterms:created xsi:type="dcterms:W3CDTF">2026-06-01T11:28:56Z</dcterms:created>
  <dcterms:modified xsi:type="dcterms:W3CDTF">2026-06-01T13:18:51Z</dcterms:modified>
</cp:coreProperties>
</file>
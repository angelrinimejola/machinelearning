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AdaBoost</a:t>
            </a:r>
            <a:r>
              <a:rPr lang="en-US" dirty="0" smtClean="0"/>
              <a:t> Regression 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8510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AdaBoost</a:t>
            </a:r>
            <a:r>
              <a:rPr lang="en-IN" dirty="0"/>
              <a:t> Regression Algorithm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72284" y="2661913"/>
            <a:ext cx="686604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AdaBoost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Regressor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ensemble machine learning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sequentially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builds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"weak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learners“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evaluates errors from previous models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Forcing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next learner to focus on difficult-to-predict values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0702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77334" y="3153602"/>
            <a:ext cx="9450792" cy="1894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Initialize Weights: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Every data point in the training set starts with an equal weight.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 &amp; Predict: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weak learner (a Decision Tree with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max_depth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=1) makes predictions.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Evaluate Error: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Calculate the </a:t>
            </a:r>
            <a:r>
              <a:rPr lang="en-US" alt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each point. Points with higher errors get increased importance/weight.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Sequential Training: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next model learns specifically from the mistakes of the previous ones</a:t>
            </a:r>
          </a:p>
        </p:txBody>
      </p:sp>
    </p:spTree>
    <p:extLst>
      <p:ext uri="{BB962C8B-B14F-4D97-AF65-F5344CB8AC3E}">
        <p14:creationId xmlns:p14="http://schemas.microsoft.com/office/powerpoint/2010/main" val="304850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 descr="AdaBoost Algorithm in Machine Learni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9567" y="2160588"/>
            <a:ext cx="7252904" cy="3881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2638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b="1" dirty="0" smtClean="0"/>
          </a:p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endParaRPr lang="en-US" b="1" dirty="0" smtClean="0"/>
          </a:p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r>
              <a:rPr lang="en-US" b="1" dirty="0" smtClean="0"/>
              <a:t>Thank You!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13930096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23</TotalTime>
  <Words>108</Words>
  <Application>Microsoft Office PowerPoint</Application>
  <PresentationFormat>Widescreen</PresentationFormat>
  <Paragraphs>17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Times New Roman</vt:lpstr>
      <vt:lpstr>Trebuchet MS</vt:lpstr>
      <vt:lpstr>Wingdings 3</vt:lpstr>
      <vt:lpstr>Facet</vt:lpstr>
      <vt:lpstr>AdaBoost Regression </vt:lpstr>
      <vt:lpstr>AdaBoost Regression Algorithm</vt:lpstr>
      <vt:lpstr>PROCESS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AdaBoost Regression </dc:title>
  <dc:creator>Green Homes</dc:creator>
  <cp:lastModifiedBy>Green Homes</cp:lastModifiedBy>
  <cp:revision>5</cp:revision>
  <dcterms:created xsi:type="dcterms:W3CDTF">2026-05-31T16:24:42Z</dcterms:created>
  <dcterms:modified xsi:type="dcterms:W3CDTF">2026-06-01T11:14:57Z</dcterms:modified>
</cp:coreProperties>
</file>